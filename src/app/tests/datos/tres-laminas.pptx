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7F1F93-A0C6-44FB-9AFB-B85B302675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EA854C-117D-4E43-BF11-9B55080219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61226A8-9D1F-49DA-A422-CF7CCD9FE515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216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Primera lamina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720000" y="216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Grafico de barras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720000" y="216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Cierre y gracias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cp:revision>0</cp:revision>
  <dc:subject/>
  <dc:title/>
</cp:coreProperties>
</file>